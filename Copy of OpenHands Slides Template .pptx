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Inter Light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Geist Mono"/>
      <p:regular r:id="rId31"/>
      <p:bold r:id="rId32"/>
    </p:embeddedFont>
    <p:embeddedFont>
      <p:font typeface="Geist Mono Light"/>
      <p:regular r:id="rId33"/>
      <p:bold r:id="rId34"/>
    </p:embeddedFont>
    <p:embeddedFont>
      <p:font typeface="Inter Medium"/>
      <p:regular r:id="rId35"/>
      <p:bold r:id="rId36"/>
      <p:italic r:id="rId37"/>
      <p:boldItalic r:id="rId38"/>
    </p:embeddedFont>
    <p:embeddedFont>
      <p:font typeface="Geist Mono Medium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eistMonoMedium-bold.fntdata"/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InterLight-bold.fntdata"/><Relationship Id="rId23" Type="http://schemas.openxmlformats.org/officeDocument/2006/relationships/font" Target="fonts/Inter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Light-boldItalic.fntdata"/><Relationship Id="rId25" Type="http://schemas.openxmlformats.org/officeDocument/2006/relationships/font" Target="fonts/InterLight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eistMono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33" Type="http://schemas.openxmlformats.org/officeDocument/2006/relationships/font" Target="fonts/GeistMonoLight-regular.fntdata"/><Relationship Id="rId10" Type="http://schemas.openxmlformats.org/officeDocument/2006/relationships/slide" Target="slides/slide5.xml"/><Relationship Id="rId32" Type="http://schemas.openxmlformats.org/officeDocument/2006/relationships/font" Target="fonts/GeistMono-bold.fntdata"/><Relationship Id="rId13" Type="http://schemas.openxmlformats.org/officeDocument/2006/relationships/slide" Target="slides/slide8.xml"/><Relationship Id="rId35" Type="http://schemas.openxmlformats.org/officeDocument/2006/relationships/font" Target="fonts/InterMedium-regular.fntdata"/><Relationship Id="rId12" Type="http://schemas.openxmlformats.org/officeDocument/2006/relationships/slide" Target="slides/slide7.xml"/><Relationship Id="rId34" Type="http://schemas.openxmlformats.org/officeDocument/2006/relationships/font" Target="fonts/GeistMonoLight-bold.fntdata"/><Relationship Id="rId15" Type="http://schemas.openxmlformats.org/officeDocument/2006/relationships/slide" Target="slides/slide10.xml"/><Relationship Id="rId37" Type="http://schemas.openxmlformats.org/officeDocument/2006/relationships/font" Target="fonts/InterMedium-italic.fntdata"/><Relationship Id="rId14" Type="http://schemas.openxmlformats.org/officeDocument/2006/relationships/slide" Target="slides/slide9.xml"/><Relationship Id="rId36" Type="http://schemas.openxmlformats.org/officeDocument/2006/relationships/font" Target="fonts/InterMedium-bold.fntdata"/><Relationship Id="rId17" Type="http://schemas.openxmlformats.org/officeDocument/2006/relationships/slide" Target="slides/slide12.xml"/><Relationship Id="rId39" Type="http://schemas.openxmlformats.org/officeDocument/2006/relationships/font" Target="fonts/GeistMonoMedium-regular.fntdata"/><Relationship Id="rId16" Type="http://schemas.openxmlformats.org/officeDocument/2006/relationships/slide" Target="slides/slide11.xml"/><Relationship Id="rId38" Type="http://schemas.openxmlformats.org/officeDocument/2006/relationships/font" Target="fonts/InterMedium-boldItalic.fntdata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8211d3324_0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g3a8211d3324_0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g3a8211d3324_0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a8211d3324_0_3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g3a8211d3324_0_3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g3a8211d3324_0_3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8211d3324_0_5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a8211d3324_0_5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a8211d3324_0_5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8211d3324_0_6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a8211d3324_0_6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a8211d3324_0_6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8211d3324_0_2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a8211d3324_0_2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a8211d3324_0_2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8211d3324_0_9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a8211d3324_0_9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a8211d3324_0_9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8211d3324_0_14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a8211d3324_0_14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a8211d3324_0_14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8211d3324_0_7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a8211d3324_0_7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a8211d3324_0_7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8211d3324_0_11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a8211d3324_0_11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a8211d3324_0_11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8211d3324_0_13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a8211d3324_0_13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a8211d3324_0_13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8211d3324_0_16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a8211d3324_0_16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a8211d3324_0_16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8211d3324_0_17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a8211d3324_0_17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a8211d3324_0_17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8211d3324_0_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a8211d3324_0_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a8211d3324_0_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Light">
  <p:cSld name="DEFAULT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 title="logo light open hand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0049" y="261390"/>
            <a:ext cx="874700" cy="1453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>
            <p:ph idx="12" type="sldNum"/>
          </p:nvPr>
        </p:nvSpPr>
        <p:spPr>
          <a:xfrm>
            <a:off x="8411034" y="4661663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  <a:lvl2pPr lvl="1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2pPr>
            <a:lvl3pPr lvl="2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3pPr>
            <a:lvl4pPr lvl="3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4pPr>
            <a:lvl5pPr lvl="4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5pPr>
            <a:lvl6pPr lvl="5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6pPr>
            <a:lvl7pPr lvl="6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7pPr>
            <a:lvl8pPr lvl="7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8pPr>
            <a:lvl9pPr lvl="8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SCII Background 1">
  <p:cSld name="DEFAULT_2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 title="backgrou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"/>
            <a:ext cx="9144000" cy="5143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3" title="logo light open han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049" y="261390"/>
            <a:ext cx="874700" cy="14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11034" y="4661663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  <a:lvl2pPr lvl="1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2pPr>
            <a:lvl3pPr lvl="2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3pPr>
            <a:lvl4pPr lvl="3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4pPr>
            <a:lvl5pPr lvl="4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5pPr>
            <a:lvl6pPr lvl="5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6pPr>
            <a:lvl7pPr lvl="6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7pPr>
            <a:lvl8pPr lvl="7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8pPr>
            <a:lvl9pPr lvl="8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SCII Background 2">
  <p:cSld name="DEFAULT_2_1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4" title="background 2 ascii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4" title="logo light open han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049" y="261390"/>
            <a:ext cx="874700" cy="14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11034" y="4661663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  <a:lvl2pPr lvl="1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2pPr>
            <a:lvl3pPr lvl="2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3pPr>
            <a:lvl4pPr lvl="3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4pPr>
            <a:lvl5pPr lvl="4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5pPr>
            <a:lvl6pPr lvl="5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6pPr>
            <a:lvl7pPr lvl="6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7pPr>
            <a:lvl8pPr lvl="7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8pPr>
            <a:lvl9pPr lvl="8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SCII Background 2 1">
  <p:cSld name="DEFAULT_2_1_1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5" title="background ascii 3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"/>
            <a:ext cx="9144000" cy="5143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5" title="logo light open han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049" y="261390"/>
            <a:ext cx="874700" cy="14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11034" y="4661663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  <a:lvl2pPr lvl="1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2pPr>
            <a:lvl3pPr lvl="2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3pPr>
            <a:lvl4pPr lvl="3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4pPr>
            <a:lvl5pPr lvl="4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5pPr>
            <a:lvl6pPr lvl="5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6pPr>
            <a:lvl7pPr lvl="6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7pPr>
            <a:lvl8pPr lvl="7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8pPr>
            <a:lvl9pPr lvl="8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SCII Background Yellow">
  <p:cSld name="DEFAULT_2_1_1_1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6" title="background ascii yellow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"/>
            <a:ext cx="91440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6" title="logo light open han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049" y="261390"/>
            <a:ext cx="874700" cy="14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11034" y="4661663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  <a:lvl2pPr lvl="1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2pPr>
            <a:lvl3pPr lvl="2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3pPr>
            <a:lvl4pPr lvl="3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4pPr>
            <a:lvl5pPr lvl="4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5pPr>
            <a:lvl6pPr lvl="5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6pPr>
            <a:lvl7pPr lvl="6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7pPr>
            <a:lvl8pPr lvl="7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8pPr>
            <a:lvl9pPr lvl="8">
              <a:buNone/>
              <a:defRPr sz="800">
                <a:solidFill>
                  <a:srgbClr val="22150D"/>
                </a:solidFill>
                <a:latin typeface="Geist Mono"/>
                <a:ea typeface="Geist Mono"/>
                <a:cs typeface="Geist Mono"/>
                <a:sym typeface="Geist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Dark">
  <p:cSld name="DEFAULT_1">
    <p:bg>
      <p:bgPr>
        <a:solidFill>
          <a:srgbClr val="22150D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logo dark open hand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0050" y="261397"/>
            <a:ext cx="874655" cy="14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11034" y="4661663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800">
                <a:solidFill>
                  <a:srgbClr val="F9F0D9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  <a:lvl2pPr lvl="1">
              <a:buNone/>
              <a:defRPr sz="800">
                <a:solidFill>
                  <a:srgbClr val="F9F0D9"/>
                </a:solidFill>
                <a:latin typeface="Geist Mono"/>
                <a:ea typeface="Geist Mono"/>
                <a:cs typeface="Geist Mono"/>
                <a:sym typeface="Geist Mono"/>
              </a:defRPr>
            </a:lvl2pPr>
            <a:lvl3pPr lvl="2">
              <a:buNone/>
              <a:defRPr sz="800">
                <a:solidFill>
                  <a:srgbClr val="F9F0D9"/>
                </a:solidFill>
                <a:latin typeface="Geist Mono"/>
                <a:ea typeface="Geist Mono"/>
                <a:cs typeface="Geist Mono"/>
                <a:sym typeface="Geist Mono"/>
              </a:defRPr>
            </a:lvl3pPr>
            <a:lvl4pPr lvl="3">
              <a:buNone/>
              <a:defRPr sz="800">
                <a:solidFill>
                  <a:srgbClr val="F9F0D9"/>
                </a:solidFill>
                <a:latin typeface="Geist Mono"/>
                <a:ea typeface="Geist Mono"/>
                <a:cs typeface="Geist Mono"/>
                <a:sym typeface="Geist Mono"/>
              </a:defRPr>
            </a:lvl4pPr>
            <a:lvl5pPr lvl="4">
              <a:buNone/>
              <a:defRPr sz="800">
                <a:solidFill>
                  <a:srgbClr val="F9F0D9"/>
                </a:solidFill>
                <a:latin typeface="Geist Mono"/>
                <a:ea typeface="Geist Mono"/>
                <a:cs typeface="Geist Mono"/>
                <a:sym typeface="Geist Mono"/>
              </a:defRPr>
            </a:lvl5pPr>
            <a:lvl6pPr lvl="5">
              <a:buNone/>
              <a:defRPr sz="800">
                <a:solidFill>
                  <a:srgbClr val="F9F0D9"/>
                </a:solidFill>
                <a:latin typeface="Geist Mono"/>
                <a:ea typeface="Geist Mono"/>
                <a:cs typeface="Geist Mono"/>
                <a:sym typeface="Geist Mono"/>
              </a:defRPr>
            </a:lvl6pPr>
            <a:lvl7pPr lvl="6">
              <a:buNone/>
              <a:defRPr sz="800">
                <a:solidFill>
                  <a:srgbClr val="F9F0D9"/>
                </a:solidFill>
                <a:latin typeface="Geist Mono"/>
                <a:ea typeface="Geist Mono"/>
                <a:cs typeface="Geist Mono"/>
                <a:sym typeface="Geist Mono"/>
              </a:defRPr>
            </a:lvl7pPr>
            <a:lvl8pPr lvl="7">
              <a:buNone/>
              <a:defRPr sz="800">
                <a:solidFill>
                  <a:srgbClr val="F9F0D9"/>
                </a:solidFill>
                <a:latin typeface="Geist Mono"/>
                <a:ea typeface="Geist Mono"/>
                <a:cs typeface="Geist Mono"/>
                <a:sym typeface="Geist Mono"/>
              </a:defRPr>
            </a:lvl8pPr>
            <a:lvl9pPr lvl="8">
              <a:buNone/>
              <a:defRPr sz="800">
                <a:solidFill>
                  <a:srgbClr val="F9F0D9"/>
                </a:solidFill>
                <a:latin typeface="Geist Mono"/>
                <a:ea typeface="Geist Mono"/>
                <a:cs typeface="Geist Mono"/>
                <a:sym typeface="Geist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5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0D9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/>
        </p:nvSpPr>
        <p:spPr>
          <a:xfrm>
            <a:off x="266700" y="3162300"/>
            <a:ext cx="50007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4500"/>
              <a:buFont typeface="Inter SemiBold"/>
              <a:buNone/>
            </a:pPr>
            <a:r>
              <a:rPr b="0" i="0" lang="en" sz="4500" u="none" cap="none" strike="noStrike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open platform for cloud coding agents.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8"/>
          <p:cNvSpPr/>
          <p:nvPr/>
        </p:nvSpPr>
        <p:spPr>
          <a:xfrm>
            <a:off x="6615113" y="0"/>
            <a:ext cx="2552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800"/>
              <a:buFont typeface="Geist Mono Light"/>
              <a:buNone/>
            </a:pPr>
            <a:r>
              <a:rPr b="0" i="0" lang="en" sz="800" u="none" cap="none" strike="noStrike">
                <a:solidFill>
                  <a:srgbClr val="F9F0D9"/>
                </a:solidFill>
                <a:latin typeface="Geist Mono Light"/>
                <a:ea typeface="Geist Mono Light"/>
                <a:cs typeface="Geist Mono Light"/>
                <a:sym typeface="Geist Mono Light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11034" y="4661663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0D9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2" name="Google Shape;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" y="4686300"/>
            <a:ext cx="942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" name="Google Shape;4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" y="804863"/>
            <a:ext cx="21812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" name="Google Shape;4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00488" y="804863"/>
            <a:ext cx="4976813" cy="34528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" name="Google Shape;4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00488" y="804863"/>
            <a:ext cx="4976813" cy="3452813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"/>
          <p:cNvSpPr/>
          <p:nvPr/>
        </p:nvSpPr>
        <p:spPr>
          <a:xfrm>
            <a:off x="385763" y="4724400"/>
            <a:ext cx="233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800"/>
              <a:buFont typeface="Geist Mono Light"/>
              <a:buNone/>
            </a:pPr>
            <a:r>
              <a:rPr b="0" i="0" lang="en" sz="800" u="none" cap="none" strike="noStrike">
                <a:solidFill>
                  <a:srgbClr val="F9F0D9"/>
                </a:solidFill>
                <a:latin typeface="Geist Mono Light"/>
                <a:ea typeface="Geist Mono Light"/>
                <a:cs typeface="Geist Mono Light"/>
                <a:sym typeface="Geist Mono Light"/>
              </a:rPr>
              <a:t>SDK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9"/>
          <p:cNvSpPr/>
          <p:nvPr/>
        </p:nvSpPr>
        <p:spPr>
          <a:xfrm>
            <a:off x="266700" y="804870"/>
            <a:ext cx="2205000" cy="5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496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3400"/>
              <a:buFont typeface="Inter SemiBold"/>
              <a:buNone/>
            </a:pPr>
            <a:r>
              <a:rPr lang="en" sz="3400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Long Title here</a:t>
            </a:r>
            <a:endParaRPr sz="3400">
              <a:solidFill>
                <a:srgbClr val="22150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93496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3400"/>
              <a:buFont typeface="Inter SemiBold"/>
              <a:buNone/>
            </a:pPr>
            <a:r>
              <a:t/>
            </a:r>
            <a:endParaRPr sz="3400">
              <a:solidFill>
                <a:srgbClr val="22150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8" name="Google Shape;48;p9"/>
          <p:cNvSpPr/>
          <p:nvPr/>
        </p:nvSpPr>
        <p:spPr>
          <a:xfrm>
            <a:off x="266700" y="1900238"/>
            <a:ext cx="2205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06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F5F5F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 Nunc vulputate libero et velit interdum, ac aliquet odio mattis.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11034" y="4661663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0D9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5" name="Google Shape;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" y="4686300"/>
            <a:ext cx="942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" name="Google Shape;5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" y="804863"/>
            <a:ext cx="21812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" name="Google Shape;5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00488" y="757238"/>
            <a:ext cx="4981575" cy="34528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" name="Google Shape;5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00488" y="804863"/>
            <a:ext cx="4976813" cy="345281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0"/>
          <p:cNvSpPr/>
          <p:nvPr/>
        </p:nvSpPr>
        <p:spPr>
          <a:xfrm>
            <a:off x="581025" y="4724400"/>
            <a:ext cx="362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800"/>
              <a:buFont typeface="Geist Mono Light"/>
              <a:buNone/>
            </a:pPr>
            <a:r>
              <a:rPr b="0" i="0" lang="en" sz="800" u="none" cap="none" strike="noStrike">
                <a:solidFill>
                  <a:srgbClr val="F9F0D9"/>
                </a:solidFill>
                <a:latin typeface="Geist Mono Light"/>
                <a:ea typeface="Geist Mono Light"/>
                <a:cs typeface="Geist Mono Light"/>
                <a:sym typeface="Geist Mono Light"/>
              </a:rPr>
              <a:t>CLOUD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0"/>
          <p:cNvSpPr/>
          <p:nvPr/>
        </p:nvSpPr>
        <p:spPr>
          <a:xfrm>
            <a:off x="266700" y="804863"/>
            <a:ext cx="22050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3496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3400"/>
              <a:buFont typeface="Inter SemiBold"/>
              <a:buNone/>
            </a:pPr>
            <a:r>
              <a:rPr lang="en" sz="3400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Long Title here</a:t>
            </a:r>
            <a:endParaRPr sz="3400">
              <a:solidFill>
                <a:srgbClr val="22150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93496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3400"/>
              <a:buFont typeface="Inter SemiBold"/>
              <a:buNone/>
            </a:pPr>
            <a:r>
              <a:t/>
            </a:r>
            <a:endParaRPr sz="3400">
              <a:solidFill>
                <a:srgbClr val="22150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1" name="Google Shape;61;p10"/>
          <p:cNvSpPr/>
          <p:nvPr/>
        </p:nvSpPr>
        <p:spPr>
          <a:xfrm>
            <a:off x="266700" y="1900238"/>
            <a:ext cx="2205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06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F5F5F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 Nunc vulputate libero et velit interdum, ac aliquet odio mattis.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8411034" y="4661663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0D9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8" name="Google Shape;6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" y="4686300"/>
            <a:ext cx="942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" name="Google Shape;6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" y="804863"/>
            <a:ext cx="21812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" name="Google Shape;7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00488" y="757238"/>
            <a:ext cx="4976813" cy="34528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00488" y="804863"/>
            <a:ext cx="4976813" cy="345281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/>
          <p:nvPr/>
        </p:nvSpPr>
        <p:spPr>
          <a:xfrm>
            <a:off x="900113" y="4724400"/>
            <a:ext cx="233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800"/>
              <a:buFont typeface="Geist Mono Light"/>
              <a:buNone/>
            </a:pPr>
            <a:r>
              <a:rPr b="0" i="0" lang="en" sz="800" u="none" cap="none" strike="noStrike">
                <a:solidFill>
                  <a:srgbClr val="F9F0D9"/>
                </a:solidFill>
                <a:latin typeface="Geist Mono Light"/>
                <a:ea typeface="Geist Mono Light"/>
                <a:cs typeface="Geist Mono Light"/>
                <a:sym typeface="Geist Mono Light"/>
              </a:rPr>
              <a:t>CLI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1"/>
          <p:cNvSpPr/>
          <p:nvPr/>
        </p:nvSpPr>
        <p:spPr>
          <a:xfrm>
            <a:off x="266700" y="804863"/>
            <a:ext cx="22050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3496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3400"/>
              <a:buFont typeface="Inter SemiBold"/>
              <a:buNone/>
            </a:pPr>
            <a:r>
              <a:rPr lang="en" sz="3400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Long Title here</a:t>
            </a:r>
            <a:endParaRPr sz="3400">
              <a:solidFill>
                <a:srgbClr val="22150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93496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3400"/>
              <a:buFont typeface="Inter SemiBold"/>
              <a:buNone/>
            </a:pPr>
            <a:r>
              <a:t/>
            </a:r>
            <a:endParaRPr sz="3400">
              <a:solidFill>
                <a:srgbClr val="22150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74" name="Google Shape;74;p11"/>
          <p:cNvSpPr/>
          <p:nvPr/>
        </p:nvSpPr>
        <p:spPr>
          <a:xfrm>
            <a:off x="266700" y="1900238"/>
            <a:ext cx="2205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06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F5F5F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 Nunc vulputate libero et velit interdum, ac aliquet odio mattis.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8411034" y="4661663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0D9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/>
          <p:nvPr/>
        </p:nvSpPr>
        <p:spPr>
          <a:xfrm>
            <a:off x="261950" y="2365564"/>
            <a:ext cx="2067000" cy="2138400"/>
          </a:xfrm>
          <a:prstGeom prst="roundRect">
            <a:avLst>
              <a:gd fmla="val 2748" name="adj"/>
            </a:avLst>
          </a:prstGeom>
          <a:solidFill>
            <a:srgbClr val="22150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2"/>
          <p:cNvSpPr/>
          <p:nvPr/>
        </p:nvSpPr>
        <p:spPr>
          <a:xfrm>
            <a:off x="2444325" y="2365564"/>
            <a:ext cx="2067000" cy="2138400"/>
          </a:xfrm>
          <a:prstGeom prst="roundRect">
            <a:avLst>
              <a:gd fmla="val 2748" name="adj"/>
            </a:avLst>
          </a:prstGeom>
          <a:solidFill>
            <a:srgbClr val="22150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2"/>
          <p:cNvSpPr/>
          <p:nvPr/>
        </p:nvSpPr>
        <p:spPr>
          <a:xfrm>
            <a:off x="4626700" y="2365564"/>
            <a:ext cx="2067000" cy="2138400"/>
          </a:xfrm>
          <a:prstGeom prst="roundRect">
            <a:avLst>
              <a:gd fmla="val 2748" name="adj"/>
            </a:avLst>
          </a:prstGeom>
          <a:solidFill>
            <a:srgbClr val="22150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2"/>
          <p:cNvSpPr/>
          <p:nvPr/>
        </p:nvSpPr>
        <p:spPr>
          <a:xfrm>
            <a:off x="6809075" y="2365564"/>
            <a:ext cx="2067000" cy="2138400"/>
          </a:xfrm>
          <a:prstGeom prst="roundRect">
            <a:avLst>
              <a:gd fmla="val 2748" name="adj"/>
            </a:avLst>
          </a:prstGeom>
          <a:solidFill>
            <a:srgbClr val="22150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2"/>
          <p:cNvSpPr/>
          <p:nvPr/>
        </p:nvSpPr>
        <p:spPr>
          <a:xfrm>
            <a:off x="266700" y="804870"/>
            <a:ext cx="3524400" cy="5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3496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3400"/>
              <a:buFont typeface="Inter SemiBold"/>
              <a:buNone/>
            </a:pPr>
            <a:r>
              <a:rPr lang="en" sz="3400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Long Title here</a:t>
            </a:r>
            <a:endParaRPr sz="3400">
              <a:solidFill>
                <a:srgbClr val="22150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93496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3400"/>
              <a:buFont typeface="Inter SemiBold"/>
              <a:buNone/>
            </a:pPr>
            <a:r>
              <a:t/>
            </a:r>
            <a:endParaRPr sz="3400">
              <a:solidFill>
                <a:srgbClr val="22150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86" name="Google Shape;86;p12"/>
          <p:cNvSpPr/>
          <p:nvPr/>
        </p:nvSpPr>
        <p:spPr>
          <a:xfrm>
            <a:off x="452438" y="3922889"/>
            <a:ext cx="1668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B3A88C"/>
              </a:buClr>
              <a:buSzPts val="900"/>
              <a:buFont typeface="Geist Mono"/>
              <a:buNone/>
            </a:pPr>
            <a:r>
              <a:rPr b="0" i="0" lang="en" sz="900" u="none" cap="none" strike="noStrike">
                <a:solidFill>
                  <a:srgbClr val="B3A88C"/>
                </a:solidFill>
                <a:latin typeface="Geist Mono"/>
                <a:ea typeface="Geist Mono"/>
                <a:cs typeface="Geist Mono"/>
                <a:sym typeface="Geist Mono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2"/>
          <p:cNvSpPr/>
          <p:nvPr/>
        </p:nvSpPr>
        <p:spPr>
          <a:xfrm>
            <a:off x="452438" y="4084814"/>
            <a:ext cx="1406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1500"/>
              <a:buFont typeface="Inter Medium"/>
              <a:buNone/>
            </a:pPr>
            <a:r>
              <a:rPr b="0" i="0" lang="en" sz="1500" u="none" cap="none" strike="noStrike">
                <a:solidFill>
                  <a:srgbClr val="F9F0D9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2"/>
          <p:cNvSpPr/>
          <p:nvPr/>
        </p:nvSpPr>
        <p:spPr>
          <a:xfrm>
            <a:off x="2634853" y="3922889"/>
            <a:ext cx="1668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B3A88C"/>
              </a:buClr>
              <a:buSzPts val="900"/>
              <a:buFont typeface="Geist Mono"/>
              <a:buNone/>
            </a:pPr>
            <a:r>
              <a:rPr b="0" i="0" lang="en" sz="900" u="none" cap="none" strike="noStrike">
                <a:solidFill>
                  <a:srgbClr val="B3A88C"/>
                </a:solidFill>
                <a:latin typeface="Geist Mono"/>
                <a:ea typeface="Geist Mono"/>
                <a:cs typeface="Geist Mono"/>
                <a:sym typeface="Geist Mono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2"/>
          <p:cNvSpPr/>
          <p:nvPr/>
        </p:nvSpPr>
        <p:spPr>
          <a:xfrm>
            <a:off x="2634853" y="4084814"/>
            <a:ext cx="1406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1500"/>
              <a:buFont typeface="Inter Medium"/>
              <a:buNone/>
            </a:pPr>
            <a:r>
              <a:rPr b="0" i="0" lang="en" sz="1500" u="none" cap="none" strike="noStrike">
                <a:solidFill>
                  <a:srgbClr val="F9F0D9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2"/>
          <p:cNvSpPr/>
          <p:nvPr/>
        </p:nvSpPr>
        <p:spPr>
          <a:xfrm>
            <a:off x="4817269" y="3922889"/>
            <a:ext cx="1668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B3A88C"/>
              </a:buClr>
              <a:buSzPts val="900"/>
              <a:buFont typeface="Geist Mono"/>
              <a:buNone/>
            </a:pPr>
            <a:r>
              <a:rPr b="0" i="0" lang="en" sz="900" u="none" cap="none" strike="noStrike">
                <a:solidFill>
                  <a:srgbClr val="B3A88C"/>
                </a:solidFill>
                <a:latin typeface="Geist Mono"/>
                <a:ea typeface="Geist Mono"/>
                <a:cs typeface="Geist Mono"/>
                <a:sym typeface="Geist Mono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2"/>
          <p:cNvSpPr/>
          <p:nvPr/>
        </p:nvSpPr>
        <p:spPr>
          <a:xfrm>
            <a:off x="4817269" y="4084814"/>
            <a:ext cx="1406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1500"/>
              <a:buFont typeface="Inter Medium"/>
              <a:buNone/>
            </a:pPr>
            <a:r>
              <a:rPr b="0" i="0" lang="en" sz="1500" u="none" cap="none" strike="noStrike">
                <a:solidFill>
                  <a:srgbClr val="F9F0D9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2"/>
          <p:cNvSpPr/>
          <p:nvPr/>
        </p:nvSpPr>
        <p:spPr>
          <a:xfrm>
            <a:off x="6999685" y="3922889"/>
            <a:ext cx="1668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B3A88C"/>
              </a:buClr>
              <a:buSzPts val="900"/>
              <a:buFont typeface="Geist Mono"/>
              <a:buNone/>
            </a:pPr>
            <a:r>
              <a:rPr b="0" i="0" lang="en" sz="900" u="none" cap="none" strike="noStrike">
                <a:solidFill>
                  <a:srgbClr val="B3A88C"/>
                </a:solidFill>
                <a:latin typeface="Geist Mono"/>
                <a:ea typeface="Geist Mono"/>
                <a:cs typeface="Geist Mono"/>
                <a:sym typeface="Geist Mono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2"/>
          <p:cNvSpPr/>
          <p:nvPr/>
        </p:nvSpPr>
        <p:spPr>
          <a:xfrm>
            <a:off x="6999685" y="4084814"/>
            <a:ext cx="1406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1500"/>
              <a:buFont typeface="Inter Medium"/>
              <a:buNone/>
            </a:pPr>
            <a:r>
              <a:rPr b="0" i="0" lang="en" sz="1500" u="none" cap="none" strike="noStrike">
                <a:solidFill>
                  <a:srgbClr val="F9F0D9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8411034" y="4661663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" name="Google Shape;95;p12" title="#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450" y="2582464"/>
            <a:ext cx="530671" cy="530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2" title="#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4852" y="2582464"/>
            <a:ext cx="530671" cy="530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2" title="#3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7253" y="2582464"/>
            <a:ext cx="530671" cy="530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2" title="#3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99655" y="2582464"/>
            <a:ext cx="530671" cy="530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0D9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" name="Google Shape;104;p13"/>
          <p:cNvPicPr preferRelativeResize="0"/>
          <p:nvPr/>
        </p:nvPicPr>
        <p:blipFill rotWithShape="1">
          <a:blip r:embed="rId3">
            <a:alphaModFix/>
          </a:blip>
          <a:srcRect b="81262" l="0" r="89728" t="0"/>
          <a:stretch/>
        </p:blipFill>
        <p:spPr>
          <a:xfrm>
            <a:off x="3900500" y="2776550"/>
            <a:ext cx="234324" cy="25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/>
          <p:nvPr/>
        </p:nvSpPr>
        <p:spPr>
          <a:xfrm>
            <a:off x="266700" y="804863"/>
            <a:ext cx="35244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3496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3400"/>
              <a:buFont typeface="Inter SemiBold"/>
              <a:buNone/>
            </a:pPr>
            <a:r>
              <a:rPr lang="en" sz="3400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Long Title</a:t>
            </a:r>
            <a:endParaRPr sz="3400">
              <a:solidFill>
                <a:srgbClr val="22150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93496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3400"/>
              <a:buFont typeface="Inter SemiBold"/>
              <a:buNone/>
            </a:pPr>
            <a:r>
              <a:rPr lang="en" sz="3400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here</a:t>
            </a:r>
            <a:endParaRPr sz="3400">
              <a:solidFill>
                <a:srgbClr val="22150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93496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3400"/>
              <a:buFont typeface="Inter SemiBold"/>
              <a:buNone/>
            </a:pPr>
            <a:r>
              <a:t/>
            </a:r>
            <a:endParaRPr sz="3400">
              <a:solidFill>
                <a:srgbClr val="22150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3900488" y="1547813"/>
            <a:ext cx="2305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5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1200"/>
              <a:buFont typeface="Inter SemiBold"/>
              <a:buNone/>
            </a:pPr>
            <a:r>
              <a:rPr b="0" i="0" lang="en" sz="1200" u="none" cap="none" strike="noStrike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Lorem ipsum dolor sit amet, consectetur.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3900488" y="1947863"/>
            <a:ext cx="2305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900"/>
              <a:buFont typeface="Inter Light"/>
              <a:buNone/>
            </a:pPr>
            <a:r>
              <a:rPr b="0" i="0" lang="en" sz="900" u="none" cap="none" strike="noStrike">
                <a:solidFill>
                  <a:srgbClr val="5F5F5F"/>
                </a:solidFill>
                <a:latin typeface="Inter Light"/>
                <a:ea typeface="Inter Light"/>
                <a:cs typeface="Inter Light"/>
                <a:sym typeface="Inter Light"/>
              </a:rPr>
              <a:t>Lorem ipsum dolor sit amet, consectetur adipiscing elit. Nunc vulputate libero et velit interdum, ac aliquet odio mattis.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3900488" y="3271838"/>
            <a:ext cx="2305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5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1200"/>
              <a:buFont typeface="Inter SemiBold"/>
              <a:buNone/>
            </a:pPr>
            <a:r>
              <a:rPr b="0" i="0" lang="en" sz="1200" u="none" cap="none" strike="noStrike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Lorem ipsum dolor sit amet, consectetur.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3900488" y="3671888"/>
            <a:ext cx="2305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900"/>
              <a:buFont typeface="Inter Light"/>
              <a:buNone/>
            </a:pPr>
            <a:r>
              <a:rPr b="0" i="0" lang="en" sz="900" u="none" cap="none" strike="noStrike">
                <a:solidFill>
                  <a:srgbClr val="5F5F5F"/>
                </a:solidFill>
                <a:latin typeface="Inter Light"/>
                <a:ea typeface="Inter Light"/>
                <a:cs typeface="Inter Light"/>
                <a:sym typeface="Inter Light"/>
              </a:rPr>
              <a:t>Lorem ipsum dolor sit amet, consectetur adipiscing elit. Nunc vulputate libero et velit interdum, ac aliquet odio mattis.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6519863" y="1547813"/>
            <a:ext cx="2333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5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1200"/>
              <a:buFont typeface="Inter SemiBold"/>
              <a:buNone/>
            </a:pPr>
            <a:r>
              <a:rPr b="0" i="0" lang="en" sz="1200" u="none" cap="none" strike="noStrike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Lorem ipsum dolor sit amet, consectetur.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6519863" y="1947863"/>
            <a:ext cx="2333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900"/>
              <a:buFont typeface="Inter Light"/>
              <a:buNone/>
            </a:pPr>
            <a:r>
              <a:rPr b="0" i="0" lang="en" sz="900" u="none" cap="none" strike="noStrike">
                <a:solidFill>
                  <a:srgbClr val="5F5F5F"/>
                </a:solidFill>
                <a:latin typeface="Inter Light"/>
                <a:ea typeface="Inter Light"/>
                <a:cs typeface="Inter Light"/>
                <a:sym typeface="Inter Light"/>
              </a:rPr>
              <a:t>Lorem ipsum dolor sit amet, consectetur adipiscing elit. Nunc vulputate libero et velit interdum, ac aliquet odio mattis.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6519863" y="3271838"/>
            <a:ext cx="2333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5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1200"/>
              <a:buFont typeface="Inter SemiBold"/>
              <a:buNone/>
            </a:pPr>
            <a:r>
              <a:rPr b="0" i="0" lang="en" sz="1200" u="none" cap="none" strike="noStrike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Lorem ipsum dolor sit amet, consectetur.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6519863" y="3671888"/>
            <a:ext cx="2333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900"/>
              <a:buFont typeface="Inter Light"/>
              <a:buNone/>
            </a:pPr>
            <a:r>
              <a:rPr b="0" i="0" lang="en" sz="900" u="none" cap="none" strike="noStrike">
                <a:solidFill>
                  <a:srgbClr val="5F5F5F"/>
                </a:solidFill>
                <a:latin typeface="Inter Light"/>
                <a:ea typeface="Inter Light"/>
                <a:cs typeface="Inter Light"/>
                <a:sym typeface="Inter Light"/>
              </a:rPr>
              <a:t>Lorem ipsum dolor sit amet, consectetur adipiscing elit. Nunc vulputate libero et velit interdum, ac aliquet odio mattis.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 txBox="1"/>
          <p:nvPr>
            <p:ph idx="12" type="sldNum"/>
          </p:nvPr>
        </p:nvSpPr>
        <p:spPr>
          <a:xfrm>
            <a:off x="8411034" y="4661663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reencoded.png" id="115" name="Google Shape;115;p13"/>
          <p:cNvPicPr preferRelativeResize="0"/>
          <p:nvPr/>
        </p:nvPicPr>
        <p:blipFill rotWithShape="1">
          <a:blip r:embed="rId3">
            <a:alphaModFix/>
          </a:blip>
          <a:srcRect b="81262" l="0" r="89728" t="0"/>
          <a:stretch/>
        </p:blipFill>
        <p:spPr>
          <a:xfrm>
            <a:off x="3900500" y="1052525"/>
            <a:ext cx="234324" cy="25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6" name="Google Shape;116;p13"/>
          <p:cNvPicPr preferRelativeResize="0"/>
          <p:nvPr/>
        </p:nvPicPr>
        <p:blipFill rotWithShape="1">
          <a:blip r:embed="rId3">
            <a:alphaModFix/>
          </a:blip>
          <a:srcRect b="81262" l="0" r="89728" t="0"/>
          <a:stretch/>
        </p:blipFill>
        <p:spPr>
          <a:xfrm>
            <a:off x="6519875" y="1052525"/>
            <a:ext cx="234324" cy="25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7" name="Google Shape;117;p13"/>
          <p:cNvPicPr preferRelativeResize="0"/>
          <p:nvPr/>
        </p:nvPicPr>
        <p:blipFill rotWithShape="1">
          <a:blip r:embed="rId3">
            <a:alphaModFix/>
          </a:blip>
          <a:srcRect b="81262" l="0" r="89728" t="0"/>
          <a:stretch/>
        </p:blipFill>
        <p:spPr>
          <a:xfrm>
            <a:off x="6519875" y="2776550"/>
            <a:ext cx="234324" cy="25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0D9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>
            <a:off x="276300" y="811788"/>
            <a:ext cx="8616000" cy="3715200"/>
          </a:xfrm>
          <a:prstGeom prst="roundRect">
            <a:avLst>
              <a:gd fmla="val 2544" name="adj"/>
            </a:avLst>
          </a:prstGeom>
          <a:solidFill>
            <a:srgbClr val="22150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4"/>
          <p:cNvSpPr/>
          <p:nvPr/>
        </p:nvSpPr>
        <p:spPr>
          <a:xfrm>
            <a:off x="1014413" y="2052638"/>
            <a:ext cx="71916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B3A88C"/>
              </a:buClr>
              <a:buSzPts val="2700"/>
              <a:buFont typeface="Inter Medium"/>
              <a:buNone/>
            </a:pPr>
            <a:r>
              <a:rPr b="0" i="0" lang="en" sz="2700" u="none" cap="none" strike="noStrike">
                <a:solidFill>
                  <a:srgbClr val="B3A88C"/>
                </a:solidFill>
                <a:latin typeface="Inter Medium"/>
                <a:ea typeface="Inter Medium"/>
                <a:cs typeface="Inter Medium"/>
                <a:sym typeface="Inter Medium"/>
              </a:rPr>
              <a:t>"OpenHands autonomously</a:t>
            </a:r>
            <a:r>
              <a:rPr b="0" i="0" lang="en" sz="2700" u="none" cap="none" strike="noStrike">
                <a:solidFill>
                  <a:srgbClr val="FFFF8B"/>
                </a:solidFill>
                <a:latin typeface="Inter Medium"/>
                <a:ea typeface="Inter Medium"/>
                <a:cs typeface="Inter Medium"/>
                <a:sym typeface="Inter Medium"/>
              </a:rPr>
              <a:t> fixes 87% of bug tickets same-day.</a:t>
            </a:r>
            <a:r>
              <a:rPr b="0" i="0" lang="en" sz="2700" u="none" cap="none" strike="noStrike">
                <a:solidFill>
                  <a:srgbClr val="B3A88C"/>
                </a:solidFill>
                <a:latin typeface="Inter Medium"/>
                <a:ea typeface="Inter Medium"/>
                <a:cs typeface="Inter Medium"/>
                <a:sym typeface="Inter Medium"/>
              </a:rPr>
              <a:t> Our clients think we hired an army of engineers."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1447800" y="3463254"/>
            <a:ext cx="847800" cy="1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487"/>
              </a:lnSpc>
              <a:spcBef>
                <a:spcPts val="0"/>
              </a:spcBef>
              <a:spcAft>
                <a:spcPts val="0"/>
              </a:spcAft>
              <a:buClr>
                <a:srgbClr val="B3A88C"/>
              </a:buClr>
              <a:buSzPts val="1000"/>
              <a:buFont typeface="Inter Medium"/>
              <a:buNone/>
            </a:pPr>
            <a:r>
              <a:rPr b="0" i="0" lang="en" sz="1000" u="none" cap="none" strike="noStrike">
                <a:solidFill>
                  <a:srgbClr val="F9F0D9"/>
                </a:solidFill>
                <a:latin typeface="Inter Medium"/>
                <a:ea typeface="Inter Medium"/>
                <a:cs typeface="Inter Medium"/>
                <a:sym typeface="Inter Medium"/>
              </a:rPr>
              <a:t>Nick Blanchet</a:t>
            </a:r>
            <a:endParaRPr b="0" i="0" sz="1000" u="none" cap="none" strike="noStrike">
              <a:solidFill>
                <a:srgbClr val="F9F0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1447800" y="3642397"/>
            <a:ext cx="833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5"/>
              </a:lnSpc>
              <a:spcBef>
                <a:spcPts val="0"/>
              </a:spcBef>
              <a:spcAft>
                <a:spcPts val="0"/>
              </a:spcAft>
              <a:buClr>
                <a:srgbClr val="B3A88C"/>
              </a:buClr>
              <a:buSzPts val="800"/>
              <a:buFont typeface="Inter Light"/>
              <a:buNone/>
            </a:pPr>
            <a:r>
              <a:rPr b="0" i="0" lang="en" sz="800" u="none" cap="none" strike="noStrike">
                <a:solidFill>
                  <a:srgbClr val="B3A88C"/>
                </a:solidFill>
                <a:latin typeface="Inter Light"/>
                <a:ea typeface="Inter Light"/>
                <a:cs typeface="Inter Light"/>
                <a:sym typeface="Inter Light"/>
              </a:rPr>
              <a:t>CTO at Flextract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>
            <p:ph idx="12" type="sldNum"/>
          </p:nvPr>
        </p:nvSpPr>
        <p:spPr>
          <a:xfrm>
            <a:off x="8411034" y="4661663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8" name="Google Shape;12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375" y="3448900"/>
            <a:ext cx="307800" cy="3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/>
          <p:nvPr/>
        </p:nvSpPr>
        <p:spPr>
          <a:xfrm>
            <a:off x="1014425" y="1564275"/>
            <a:ext cx="874200" cy="220800"/>
          </a:xfrm>
          <a:prstGeom prst="roundRect">
            <a:avLst>
              <a:gd fmla="val 16667" name="adj"/>
            </a:avLst>
          </a:prstGeom>
          <a:solidFill>
            <a:srgbClr val="F9F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8963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700"/>
              <a:buFont typeface="Geist Mono Medium"/>
              <a:buNone/>
            </a:pPr>
            <a:r>
              <a:rPr lang="en" sz="700">
                <a:solidFill>
                  <a:srgbClr val="22150D"/>
                </a:solidFill>
                <a:latin typeface="Geist Mono Medium"/>
                <a:ea typeface="Geist Mono Medium"/>
                <a:cs typeface="Geist Mono Medium"/>
                <a:sym typeface="Geist Mono Medium"/>
              </a:rPr>
              <a:t>TESTIMONIAlS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150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/>
          <p:nvPr/>
        </p:nvSpPr>
        <p:spPr>
          <a:xfrm>
            <a:off x="266700" y="804863"/>
            <a:ext cx="4781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496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3400"/>
              <a:buFont typeface="Inter SemiBold"/>
              <a:buNone/>
            </a:pPr>
            <a:r>
              <a:rPr lang="en" sz="3400">
                <a:solidFill>
                  <a:srgbClr val="F9F0D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Title here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7338055" y="3992550"/>
            <a:ext cx="15726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496"/>
              </a:lnSpc>
              <a:spcBef>
                <a:spcPts val="0"/>
              </a:spcBef>
              <a:spcAft>
                <a:spcPts val="0"/>
              </a:spcAft>
              <a:buClr>
                <a:srgbClr val="FFFF8B"/>
              </a:buClr>
              <a:buSzPts val="3400"/>
              <a:buFont typeface="Inter"/>
              <a:buNone/>
            </a:pPr>
            <a:r>
              <a:rPr b="0" i="0" lang="en" sz="3400" u="none" cap="none" strike="noStrike">
                <a:solidFill>
                  <a:srgbClr val="FFFF8B"/>
                </a:solidFill>
                <a:latin typeface="Inter"/>
                <a:ea typeface="Inter"/>
                <a:cs typeface="Inter"/>
                <a:sym typeface="Inter"/>
              </a:rPr>
              <a:t>-XX%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266700" y="1952625"/>
            <a:ext cx="1716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F9F0D9"/>
                </a:solidFill>
                <a:latin typeface="Inter"/>
                <a:ea typeface="Inter"/>
                <a:cs typeface="Inter"/>
                <a:sym typeface="Inter"/>
              </a:rPr>
              <a:t>Q1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1666875" y="1962150"/>
            <a:ext cx="228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600"/>
              <a:buFont typeface="Geist Mono Medium"/>
              <a:buNone/>
            </a:pPr>
            <a:r>
              <a:rPr b="0" i="0" lang="en" sz="600" u="none" cap="none" strike="noStrike">
                <a:solidFill>
                  <a:srgbClr val="22150D"/>
                </a:solidFill>
                <a:latin typeface="Geist Mono Medium"/>
                <a:ea typeface="Geist Mono Medium"/>
                <a:cs typeface="Geist Mono Medium"/>
                <a:sym typeface="Geist Mono Medium"/>
              </a:rPr>
              <a:t>+60%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2047875" y="1952625"/>
            <a:ext cx="1857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F9F0D9"/>
                </a:solidFill>
                <a:latin typeface="Inter"/>
                <a:ea typeface="Inter"/>
                <a:cs typeface="Inter"/>
                <a:sym typeface="Inter"/>
              </a:rPr>
              <a:t>Q2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3448050" y="1962150"/>
            <a:ext cx="228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600"/>
              <a:buFont typeface="Geist Mono Medium"/>
              <a:buNone/>
            </a:pPr>
            <a:r>
              <a:rPr b="0" i="0" lang="en" sz="600" u="none" cap="none" strike="noStrike">
                <a:solidFill>
                  <a:srgbClr val="22150D"/>
                </a:solidFill>
                <a:latin typeface="Geist Mono Medium"/>
                <a:ea typeface="Geist Mono Medium"/>
                <a:cs typeface="Geist Mono Medium"/>
                <a:sym typeface="Geist Mono Medium"/>
              </a:rPr>
              <a:t>+60%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3829050" y="1952625"/>
            <a:ext cx="1953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F9F0D9"/>
                </a:solidFill>
                <a:latin typeface="Inter"/>
                <a:ea typeface="Inter"/>
                <a:cs typeface="Inter"/>
                <a:sym typeface="Inter"/>
              </a:rPr>
              <a:t>Q3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5610225" y="1952625"/>
            <a:ext cx="1953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F9F0D9"/>
                </a:solidFill>
                <a:latin typeface="Inter"/>
                <a:ea typeface="Inter"/>
                <a:cs typeface="Inter"/>
                <a:sym typeface="Inter"/>
              </a:rPr>
              <a:t>Q4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6053138" y="895350"/>
            <a:ext cx="280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06"/>
              </a:lnSpc>
              <a:spcBef>
                <a:spcPts val="0"/>
              </a:spcBef>
              <a:spcAft>
                <a:spcPts val="0"/>
              </a:spcAft>
              <a:buClr>
                <a:srgbClr val="B3A88C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B3A88C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 Nunc vulputate libero et velit interdum, ac aliquet odio mattis.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 txBox="1"/>
          <p:nvPr>
            <p:ph idx="12" type="sldNum"/>
          </p:nvPr>
        </p:nvSpPr>
        <p:spPr>
          <a:xfrm>
            <a:off x="8411034" y="4661663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266700" y="3513400"/>
            <a:ext cx="1668000" cy="1091700"/>
          </a:xfrm>
          <a:prstGeom prst="round2SameRect">
            <a:avLst>
              <a:gd fmla="val 7186" name="adj1"/>
              <a:gd fmla="val 0" name="adj2"/>
            </a:avLst>
          </a:prstGeom>
          <a:solidFill>
            <a:srgbClr val="B3A8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2047875" y="3206950"/>
            <a:ext cx="1668000" cy="1398300"/>
          </a:xfrm>
          <a:prstGeom prst="round2SameRect">
            <a:avLst>
              <a:gd fmla="val 7186" name="adj1"/>
              <a:gd fmla="val 0" name="adj2"/>
            </a:avLst>
          </a:prstGeom>
          <a:solidFill>
            <a:srgbClr val="B3A8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3829050" y="2789875"/>
            <a:ext cx="1668000" cy="1815300"/>
          </a:xfrm>
          <a:prstGeom prst="round2SameRect">
            <a:avLst>
              <a:gd fmla="val 7186" name="adj1"/>
              <a:gd fmla="val 0" name="adj2"/>
            </a:avLst>
          </a:prstGeom>
          <a:solidFill>
            <a:srgbClr val="B3A8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5610225" y="2508050"/>
            <a:ext cx="1668000" cy="2097000"/>
          </a:xfrm>
          <a:prstGeom prst="round2SameRect">
            <a:avLst>
              <a:gd fmla="val 7186" name="adj1"/>
              <a:gd fmla="val 0" name="adj2"/>
            </a:avLst>
          </a:prstGeom>
          <a:solidFill>
            <a:srgbClr val="B3A8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" name="Google Shape;149;p15"/>
          <p:cNvCxnSpPr/>
          <p:nvPr/>
        </p:nvCxnSpPr>
        <p:spPr>
          <a:xfrm>
            <a:off x="285050" y="4607732"/>
            <a:ext cx="8593500" cy="0"/>
          </a:xfrm>
          <a:prstGeom prst="straightConnector1">
            <a:avLst/>
          </a:prstGeom>
          <a:noFill/>
          <a:ln cap="flat" cmpd="sng" w="9525">
            <a:solidFill>
              <a:srgbClr val="F9F0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p15"/>
          <p:cNvSpPr/>
          <p:nvPr/>
        </p:nvSpPr>
        <p:spPr>
          <a:xfrm>
            <a:off x="1614050" y="1943100"/>
            <a:ext cx="318300" cy="146100"/>
          </a:xfrm>
          <a:prstGeom prst="roundRect">
            <a:avLst>
              <a:gd fmla="val 16667" name="adj"/>
            </a:avLst>
          </a:prstGeom>
          <a:solidFill>
            <a:srgbClr val="FFFF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Geist Mono"/>
                <a:ea typeface="Geist Mono"/>
                <a:cs typeface="Geist Mono"/>
                <a:sym typeface="Geist Mono"/>
              </a:rPr>
              <a:t>60%</a:t>
            </a:r>
            <a:endParaRPr sz="800">
              <a:latin typeface="Geist Mono"/>
              <a:ea typeface="Geist Mono"/>
              <a:cs typeface="Geist Mono"/>
              <a:sym typeface="Geist Mono"/>
            </a:endParaRPr>
          </a:p>
        </p:txBody>
      </p:sp>
      <p:cxnSp>
        <p:nvCxnSpPr>
          <p:cNvPr id="151" name="Google Shape;151;p15"/>
          <p:cNvCxnSpPr/>
          <p:nvPr/>
        </p:nvCxnSpPr>
        <p:spPr>
          <a:xfrm>
            <a:off x="276050" y="2143739"/>
            <a:ext cx="1656300" cy="0"/>
          </a:xfrm>
          <a:prstGeom prst="straightConnector1">
            <a:avLst/>
          </a:prstGeom>
          <a:noFill/>
          <a:ln cap="flat" cmpd="sng" w="9525">
            <a:solidFill>
              <a:srgbClr val="F9F0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15"/>
          <p:cNvCxnSpPr/>
          <p:nvPr/>
        </p:nvCxnSpPr>
        <p:spPr>
          <a:xfrm>
            <a:off x="2053725" y="2143739"/>
            <a:ext cx="1656300" cy="0"/>
          </a:xfrm>
          <a:prstGeom prst="straightConnector1">
            <a:avLst/>
          </a:prstGeom>
          <a:noFill/>
          <a:ln cap="flat" cmpd="sng" w="9525">
            <a:solidFill>
              <a:srgbClr val="F9F0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15"/>
          <p:cNvCxnSpPr/>
          <p:nvPr/>
        </p:nvCxnSpPr>
        <p:spPr>
          <a:xfrm>
            <a:off x="3831400" y="2143739"/>
            <a:ext cx="1656300" cy="0"/>
          </a:xfrm>
          <a:prstGeom prst="straightConnector1">
            <a:avLst/>
          </a:prstGeom>
          <a:noFill/>
          <a:ln cap="flat" cmpd="sng" w="9525">
            <a:solidFill>
              <a:srgbClr val="F9F0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15"/>
          <p:cNvCxnSpPr/>
          <p:nvPr/>
        </p:nvCxnSpPr>
        <p:spPr>
          <a:xfrm>
            <a:off x="5609075" y="2143739"/>
            <a:ext cx="1656300" cy="0"/>
          </a:xfrm>
          <a:prstGeom prst="straightConnector1">
            <a:avLst/>
          </a:prstGeom>
          <a:noFill/>
          <a:ln cap="flat" cmpd="sng" w="9525">
            <a:solidFill>
              <a:srgbClr val="F9F0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15"/>
          <p:cNvSpPr/>
          <p:nvPr/>
        </p:nvSpPr>
        <p:spPr>
          <a:xfrm>
            <a:off x="3403200" y="1943100"/>
            <a:ext cx="318300" cy="146100"/>
          </a:xfrm>
          <a:prstGeom prst="roundRect">
            <a:avLst>
              <a:gd fmla="val 16667" name="adj"/>
            </a:avLst>
          </a:prstGeom>
          <a:solidFill>
            <a:srgbClr val="FFFF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Geist Mono"/>
                <a:ea typeface="Geist Mono"/>
                <a:cs typeface="Geist Mono"/>
                <a:sym typeface="Geist Mono"/>
              </a:rPr>
              <a:t>60%</a:t>
            </a:r>
            <a:endParaRPr sz="800">
              <a:latin typeface="Geist Mono"/>
              <a:ea typeface="Geist Mono"/>
              <a:cs typeface="Geist Mono"/>
              <a:sym typeface="Geist Mono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5169388" y="1943100"/>
            <a:ext cx="318300" cy="146100"/>
          </a:xfrm>
          <a:prstGeom prst="roundRect">
            <a:avLst>
              <a:gd fmla="val 16667" name="adj"/>
            </a:avLst>
          </a:prstGeom>
          <a:solidFill>
            <a:srgbClr val="FFFF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Geist Mono"/>
                <a:ea typeface="Geist Mono"/>
                <a:cs typeface="Geist Mono"/>
                <a:sym typeface="Geist Mono"/>
              </a:rPr>
              <a:t>60%</a:t>
            </a:r>
            <a:endParaRPr sz="800">
              <a:latin typeface="Geist Mono"/>
              <a:ea typeface="Geist Mono"/>
              <a:cs typeface="Geist Mono"/>
              <a:sym typeface="Geist Mono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6947063" y="1943100"/>
            <a:ext cx="318300" cy="146100"/>
          </a:xfrm>
          <a:prstGeom prst="roundRect">
            <a:avLst>
              <a:gd fmla="val 16667" name="adj"/>
            </a:avLst>
          </a:prstGeom>
          <a:solidFill>
            <a:srgbClr val="FFFF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Geist Mono"/>
                <a:ea typeface="Geist Mono"/>
                <a:cs typeface="Geist Mono"/>
                <a:sym typeface="Geist Mono"/>
              </a:rPr>
              <a:t>60%</a:t>
            </a:r>
            <a:endParaRPr sz="800">
              <a:latin typeface="Geist Mono"/>
              <a:ea typeface="Geist Mono"/>
              <a:cs typeface="Geist Mono"/>
              <a:sym typeface="Geist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0D9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3" name="Google Shape;163;p16"/>
          <p:cNvPicPr preferRelativeResize="0"/>
          <p:nvPr/>
        </p:nvPicPr>
        <p:blipFill rotWithShape="1">
          <a:blip r:embed="rId3">
            <a:alphaModFix/>
          </a:blip>
          <a:srcRect b="50973" l="0" r="62901" t="0"/>
          <a:stretch/>
        </p:blipFill>
        <p:spPr>
          <a:xfrm>
            <a:off x="271475" y="2381250"/>
            <a:ext cx="1035351" cy="105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4" name="Google Shape;164;p16"/>
          <p:cNvPicPr preferRelativeResize="0"/>
          <p:nvPr/>
        </p:nvPicPr>
        <p:blipFill rotWithShape="1">
          <a:blip r:embed="rId4">
            <a:alphaModFix/>
          </a:blip>
          <a:srcRect b="50973" l="0" r="62901" t="0"/>
          <a:stretch/>
        </p:blipFill>
        <p:spPr>
          <a:xfrm>
            <a:off x="3176600" y="2381250"/>
            <a:ext cx="1035351" cy="105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5" name="Google Shape;165;p16"/>
          <p:cNvPicPr preferRelativeResize="0"/>
          <p:nvPr/>
        </p:nvPicPr>
        <p:blipFill rotWithShape="1">
          <a:blip r:embed="rId5">
            <a:alphaModFix/>
          </a:blip>
          <a:srcRect b="50973" l="0" r="62901" t="0"/>
          <a:stretch/>
        </p:blipFill>
        <p:spPr>
          <a:xfrm>
            <a:off x="6081725" y="2381250"/>
            <a:ext cx="1035351" cy="105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/>
          <p:nvPr/>
        </p:nvSpPr>
        <p:spPr>
          <a:xfrm>
            <a:off x="266700" y="804863"/>
            <a:ext cx="22050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496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3400"/>
              <a:buFont typeface="Inter SemiBold"/>
              <a:buNone/>
            </a:pPr>
            <a:r>
              <a:rPr b="0" i="0" lang="en" sz="3400" u="none" cap="none" strike="noStrike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Here goes heading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271463" y="3671888"/>
            <a:ext cx="15192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490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1300"/>
              <a:buFont typeface="Inter SemiBold"/>
              <a:buNone/>
            </a:pPr>
            <a:r>
              <a:rPr b="0" i="0" lang="en" sz="1300" u="none" cap="none" strike="noStrike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Here goes heading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271463" y="3924300"/>
            <a:ext cx="2814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06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7D7D7D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 Nunc vulputate libero et velit interdum, ac aliquet odio mattis. Class aptent taciti sociosqu ad litora torquent,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176588" y="3671888"/>
            <a:ext cx="15192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490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1300"/>
              <a:buFont typeface="Inter SemiBold"/>
              <a:buNone/>
            </a:pPr>
            <a:r>
              <a:rPr b="0" i="0" lang="en" sz="1300" u="none" cap="none" strike="noStrike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Here goes heading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176588" y="3924300"/>
            <a:ext cx="2814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06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7D7D7D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 Nunc vulputate libero et velit interdum, ac aliquet odio mattis. Class aptent taciti sociosqu ad litora torquent,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6081713" y="3671888"/>
            <a:ext cx="15192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490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1300"/>
              <a:buFont typeface="Inter SemiBold"/>
              <a:buNone/>
            </a:pPr>
            <a:r>
              <a:rPr b="0" i="0" lang="en" sz="1300" u="none" cap="none" strike="noStrike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Here goes heading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6081713" y="3924300"/>
            <a:ext cx="2814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06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7D7D7D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 Nunc vulputate libero et velit interdum, ac aliquet odio mattis. Class aptent taciti sociosqu ad litora torquent,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 txBox="1"/>
          <p:nvPr>
            <p:ph idx="12" type="sldNum"/>
          </p:nvPr>
        </p:nvSpPr>
        <p:spPr>
          <a:xfrm>
            <a:off x="8411034" y="4661663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0D9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/>
          <p:nvPr/>
        </p:nvSpPr>
        <p:spPr>
          <a:xfrm>
            <a:off x="266700" y="804863"/>
            <a:ext cx="35244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496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3400"/>
              <a:buFont typeface="Inter SemiBold"/>
              <a:buNone/>
            </a:pPr>
            <a:r>
              <a:rPr b="0" i="0" lang="en" sz="3400" u="none" cap="none" strike="noStrike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Here goes heading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4205288" y="835819"/>
            <a:ext cx="30624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1200"/>
              <a:buFont typeface="Inter Medium"/>
              <a:buNone/>
            </a:pPr>
            <a:r>
              <a:rPr b="0" i="0" lang="en" sz="1200" u="none" cap="none" strike="noStrike">
                <a:solidFill>
                  <a:srgbClr val="22150D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 dolor sit amet, consectetur.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3900488" y="1128713"/>
            <a:ext cx="42720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900"/>
              <a:buFont typeface="Inter Light"/>
              <a:buNone/>
            </a:pPr>
            <a:r>
              <a:rPr b="0" i="0" lang="en" sz="900" u="none" cap="none" strike="noStrike">
                <a:solidFill>
                  <a:srgbClr val="5F5F5F"/>
                </a:solidFill>
                <a:latin typeface="Inter Light"/>
                <a:ea typeface="Inter Light"/>
                <a:cs typeface="Inter Light"/>
                <a:sym typeface="Inter Light"/>
              </a:rPr>
              <a:t>Lorem ipsum dolor sit amet, consectetur adipiscing elit. Nunc vulputate libero et velit interdum, ac aliquet odio mattis.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4205288" y="1835944"/>
            <a:ext cx="30624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1200"/>
              <a:buFont typeface="Inter Medium"/>
              <a:buNone/>
            </a:pPr>
            <a:r>
              <a:rPr b="0" i="0" lang="en" sz="1200" u="none" cap="none" strike="noStrike">
                <a:solidFill>
                  <a:srgbClr val="22150D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 dolor sit amet, consectetur.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3900488" y="2128838"/>
            <a:ext cx="42720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900"/>
              <a:buFont typeface="Inter Light"/>
              <a:buNone/>
            </a:pPr>
            <a:r>
              <a:rPr b="0" i="0" lang="en" sz="900" u="none" cap="none" strike="noStrike">
                <a:solidFill>
                  <a:srgbClr val="5F5F5F"/>
                </a:solidFill>
                <a:latin typeface="Inter Light"/>
                <a:ea typeface="Inter Light"/>
                <a:cs typeface="Inter Light"/>
                <a:sym typeface="Inter Light"/>
              </a:rPr>
              <a:t>Lorem ipsum dolor sit amet, consectetur adipiscing elit. Nunc vulputate libero et velit interdum, ac aliquet odio mattis.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4205288" y="2836069"/>
            <a:ext cx="30624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1200"/>
              <a:buFont typeface="Inter Medium"/>
              <a:buNone/>
            </a:pPr>
            <a:r>
              <a:rPr b="0" i="0" lang="en" sz="1200" u="none" cap="none" strike="noStrike">
                <a:solidFill>
                  <a:srgbClr val="22150D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 dolor sit amet, consectetur.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3900488" y="3128963"/>
            <a:ext cx="42624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900"/>
              <a:buFont typeface="Inter Light"/>
              <a:buNone/>
            </a:pPr>
            <a:r>
              <a:rPr b="0" i="0" lang="en" sz="900" u="none" cap="none" strike="noStrike">
                <a:solidFill>
                  <a:srgbClr val="5F5F5F"/>
                </a:solidFill>
                <a:latin typeface="Inter Light"/>
                <a:ea typeface="Inter Light"/>
                <a:cs typeface="Inter Light"/>
                <a:sym typeface="Inter Light"/>
              </a:rPr>
              <a:t>Lorem ipsum dolor sit amet, consectetur adipiscing elit. Nunc vulputate libero et velit interdum, ac aliquet odio mattis.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4205288" y="3836194"/>
            <a:ext cx="30624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1200"/>
              <a:buFont typeface="Inter Medium"/>
              <a:buNone/>
            </a:pPr>
            <a:r>
              <a:rPr b="0" i="0" lang="en" sz="1200" u="none" cap="none" strike="noStrike">
                <a:solidFill>
                  <a:srgbClr val="22150D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 dolor sit amet, consectetur.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3900488" y="4129088"/>
            <a:ext cx="42720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900"/>
              <a:buFont typeface="Inter Light"/>
              <a:buNone/>
            </a:pPr>
            <a:r>
              <a:rPr b="0" i="0" lang="en" sz="900" u="none" cap="none" strike="noStrike">
                <a:solidFill>
                  <a:srgbClr val="5F5F5F"/>
                </a:solidFill>
                <a:latin typeface="Inter Light"/>
                <a:ea typeface="Inter Light"/>
                <a:cs typeface="Inter Light"/>
                <a:sym typeface="Inter Light"/>
              </a:rPr>
              <a:t>Lorem ipsum dolor sit amet, consectetur adipiscing elit. Nunc vulputate libero et velit interdum, ac aliquet odio mattis.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 txBox="1"/>
          <p:nvPr>
            <p:ph idx="12" type="sldNum"/>
          </p:nvPr>
        </p:nvSpPr>
        <p:spPr>
          <a:xfrm>
            <a:off x="8411034" y="4661663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89" name="Google Shape;189;p17"/>
          <p:cNvCxnSpPr/>
          <p:nvPr/>
        </p:nvCxnSpPr>
        <p:spPr>
          <a:xfrm>
            <a:off x="3893975" y="1648950"/>
            <a:ext cx="4387800" cy="0"/>
          </a:xfrm>
          <a:prstGeom prst="straightConnector1">
            <a:avLst/>
          </a:prstGeom>
          <a:noFill/>
          <a:ln cap="flat" cmpd="sng" w="9525">
            <a:solidFill>
              <a:srgbClr val="B3A88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17"/>
          <p:cNvCxnSpPr/>
          <p:nvPr/>
        </p:nvCxnSpPr>
        <p:spPr>
          <a:xfrm>
            <a:off x="3893975" y="2675175"/>
            <a:ext cx="4387800" cy="0"/>
          </a:xfrm>
          <a:prstGeom prst="straightConnector1">
            <a:avLst/>
          </a:prstGeom>
          <a:noFill/>
          <a:ln cap="flat" cmpd="sng" w="9525">
            <a:solidFill>
              <a:srgbClr val="B3A88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17"/>
          <p:cNvCxnSpPr/>
          <p:nvPr/>
        </p:nvCxnSpPr>
        <p:spPr>
          <a:xfrm>
            <a:off x="3893975" y="3646100"/>
            <a:ext cx="4387800" cy="0"/>
          </a:xfrm>
          <a:prstGeom prst="straightConnector1">
            <a:avLst/>
          </a:prstGeom>
          <a:noFill/>
          <a:ln cap="flat" cmpd="sng" w="9525">
            <a:solidFill>
              <a:srgbClr val="B3A88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7" title="Featured icon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3973" y="802767"/>
            <a:ext cx="232901" cy="23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 title="Featured icon-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3974" y="1802904"/>
            <a:ext cx="232901" cy="23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 title="Featured ic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3980" y="2785629"/>
            <a:ext cx="232901" cy="23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 title="Featured icon-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93972" y="3803148"/>
            <a:ext cx="232901" cy="23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0D9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"/>
          <p:cNvSpPr/>
          <p:nvPr/>
        </p:nvSpPr>
        <p:spPr>
          <a:xfrm>
            <a:off x="6105800" y="2057425"/>
            <a:ext cx="2771700" cy="2476500"/>
          </a:xfrm>
          <a:prstGeom prst="roundRect">
            <a:avLst>
              <a:gd fmla="val 2748" name="adj"/>
            </a:avLst>
          </a:prstGeom>
          <a:solidFill>
            <a:srgbClr val="22150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3193400" y="2057425"/>
            <a:ext cx="2771700" cy="2476500"/>
          </a:xfrm>
          <a:prstGeom prst="roundRect">
            <a:avLst>
              <a:gd fmla="val 2748" name="adj"/>
            </a:avLst>
          </a:prstGeom>
          <a:solidFill>
            <a:srgbClr val="22150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281000" y="2057425"/>
            <a:ext cx="2771700" cy="2476500"/>
          </a:xfrm>
          <a:prstGeom prst="roundRect">
            <a:avLst>
              <a:gd fmla="val 2748" name="adj"/>
            </a:avLst>
          </a:prstGeom>
          <a:solidFill>
            <a:srgbClr val="22150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433388" y="2209800"/>
            <a:ext cx="25005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FFFF8B"/>
              </a:buClr>
              <a:buSzPts val="900"/>
              <a:buFont typeface="Inter SemiBold"/>
              <a:buNone/>
            </a:pPr>
            <a:r>
              <a:rPr b="0" i="0" lang="en" sz="900" u="none" cap="none" strike="noStrike">
                <a:solidFill>
                  <a:srgbClr val="FFFF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Milestone 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409575" y="3386138"/>
            <a:ext cx="2500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38955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5800"/>
              <a:buFont typeface="Inter Light"/>
              <a:buNone/>
            </a:pPr>
            <a:r>
              <a:rPr b="0" i="0" lang="en" sz="5800" u="none" cap="none" strike="noStrike">
                <a:solidFill>
                  <a:srgbClr val="F9F0D9"/>
                </a:solidFill>
                <a:latin typeface="Inter Light"/>
                <a:ea typeface="Inter Light"/>
                <a:cs typeface="Inter Light"/>
                <a:sym typeface="Inter Light"/>
              </a:rPr>
              <a:t>65K</a:t>
            </a:r>
            <a:r>
              <a:rPr b="0" i="0" lang="en" sz="2400" u="none" cap="none" strike="noStrike">
                <a:solidFill>
                  <a:srgbClr val="F9F0D9"/>
                </a:solidFill>
                <a:latin typeface="Inter Light"/>
                <a:ea typeface="Inter Light"/>
                <a:cs typeface="Inter Light"/>
                <a:sym typeface="Inter Light"/>
              </a:rPr>
              <a:t>+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2214075" y="4271975"/>
            <a:ext cx="696000" cy="1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700"/>
              <a:buFont typeface="Geist Mono"/>
              <a:buNone/>
            </a:pPr>
            <a:r>
              <a:rPr b="0" i="0" lang="en" sz="700" u="none" cap="none" strike="noStrike">
                <a:solidFill>
                  <a:srgbClr val="F9F0D9"/>
                </a:solidFill>
                <a:latin typeface="Geist Mono"/>
                <a:ea typeface="Geist Mono"/>
                <a:cs typeface="Geist Mono"/>
                <a:sym typeface="Geist Mono"/>
              </a:rPr>
              <a:t>GitHub stars 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3328988" y="2209800"/>
            <a:ext cx="25005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FFFF8B"/>
              </a:buClr>
              <a:buSzPts val="900"/>
              <a:buFont typeface="Inter SemiBold"/>
              <a:buNone/>
            </a:pPr>
            <a:r>
              <a:rPr b="0" i="0" lang="en" sz="900" u="none" cap="none" strike="noStrike">
                <a:solidFill>
                  <a:srgbClr val="FFFF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Milestone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3305175" y="3386138"/>
            <a:ext cx="2500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38756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5800"/>
              <a:buFont typeface="Inter Light"/>
              <a:buNone/>
            </a:pPr>
            <a:r>
              <a:rPr b="0" i="0" lang="en" sz="5800" u="none" cap="none" strike="noStrike">
                <a:solidFill>
                  <a:srgbClr val="F9F0D9"/>
                </a:solidFill>
                <a:latin typeface="Inter Light"/>
                <a:ea typeface="Inter Light"/>
                <a:cs typeface="Inter Light"/>
                <a:sym typeface="Inter Light"/>
              </a:rPr>
              <a:t>400</a:t>
            </a:r>
            <a:r>
              <a:rPr b="0" i="0" lang="en" sz="2400" u="none" cap="none" strike="noStrike">
                <a:solidFill>
                  <a:srgbClr val="F9F0D9"/>
                </a:solidFill>
                <a:latin typeface="Inter Light"/>
                <a:ea typeface="Inter Light"/>
                <a:cs typeface="Inter Light"/>
                <a:sym typeface="Inter Light"/>
              </a:rPr>
              <a:t>+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4909268" y="4271975"/>
            <a:ext cx="896400" cy="1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700"/>
              <a:buFont typeface="Geist Mono"/>
              <a:buNone/>
            </a:pPr>
            <a:r>
              <a:rPr b="0" i="0" lang="en" sz="700" u="none" cap="none" strike="noStrike">
                <a:solidFill>
                  <a:srgbClr val="F9F0D9"/>
                </a:solidFill>
                <a:latin typeface="Geist Mono"/>
                <a:ea typeface="Geist Mono"/>
                <a:cs typeface="Geist Mono"/>
                <a:sym typeface="Geist Mono"/>
              </a:rPr>
              <a:t>OSS contributors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6224588" y="2209800"/>
            <a:ext cx="25005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FFFF8B"/>
              </a:buClr>
              <a:buSzPts val="900"/>
              <a:buFont typeface="Inter SemiBold"/>
              <a:buNone/>
            </a:pPr>
            <a:r>
              <a:rPr b="0" i="0" lang="en" sz="900" u="none" cap="none" strike="noStrike">
                <a:solidFill>
                  <a:srgbClr val="FFFF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Milestone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6200775" y="3386138"/>
            <a:ext cx="2500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38955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5800"/>
              <a:buFont typeface="Inter Light"/>
              <a:buNone/>
            </a:pPr>
            <a:r>
              <a:rPr b="0" i="0" lang="en" sz="5800" u="none" cap="none" strike="noStrike">
                <a:solidFill>
                  <a:srgbClr val="F9F0D9"/>
                </a:solidFill>
                <a:latin typeface="Inter Light"/>
                <a:ea typeface="Inter Light"/>
                <a:cs typeface="Inter Light"/>
                <a:sym typeface="Inter Light"/>
              </a:rPr>
              <a:t>3M</a:t>
            </a:r>
            <a:r>
              <a:rPr b="0" i="0" lang="en" sz="2400" u="none" cap="none" strike="noStrike">
                <a:solidFill>
                  <a:srgbClr val="F9F0D9"/>
                </a:solidFill>
                <a:latin typeface="Inter Light"/>
                <a:ea typeface="Inter Light"/>
                <a:cs typeface="Inter Light"/>
                <a:sym typeface="Inter Light"/>
              </a:rPr>
              <a:t>+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6721885" y="4271975"/>
            <a:ext cx="2007900" cy="1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700"/>
              <a:buFont typeface="Geist Mono"/>
              <a:buNone/>
            </a:pPr>
            <a:r>
              <a:rPr b="0" i="0" lang="en" sz="700" u="none" cap="none" strike="noStrike">
                <a:solidFill>
                  <a:srgbClr val="F9F0D9"/>
                </a:solidFill>
                <a:latin typeface="Geist Mono"/>
                <a:ea typeface="Geist Mono"/>
                <a:cs typeface="Geist Mono"/>
                <a:sym typeface="Geist Mono"/>
              </a:rPr>
              <a:t>Over 3 million open source downloads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266700" y="804863"/>
            <a:ext cx="23481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496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3400"/>
              <a:buFont typeface="Inter SemiBold"/>
              <a:buNone/>
            </a:pPr>
            <a:r>
              <a:rPr b="0" i="0" lang="en" sz="3400" u="none" cap="none" strike="noStrike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Milestones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 txBox="1"/>
          <p:nvPr>
            <p:ph idx="12" type="sldNum"/>
          </p:nvPr>
        </p:nvSpPr>
        <p:spPr>
          <a:xfrm>
            <a:off x="8411034" y="4661663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150D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/>
          <p:nvPr/>
        </p:nvSpPr>
        <p:spPr>
          <a:xfrm>
            <a:off x="7379600" y="2571750"/>
            <a:ext cx="1473900" cy="2300400"/>
          </a:xfrm>
          <a:prstGeom prst="roundRect">
            <a:avLst>
              <a:gd fmla="val 2748" name="adj"/>
            </a:avLst>
          </a:prstGeom>
          <a:solidFill>
            <a:srgbClr val="FFFF8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9"/>
          <p:cNvSpPr/>
          <p:nvPr/>
        </p:nvSpPr>
        <p:spPr>
          <a:xfrm>
            <a:off x="3038475" y="3309938"/>
            <a:ext cx="676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800"/>
              <a:buFont typeface="Inter Medium"/>
              <a:buNone/>
            </a:pPr>
            <a:r>
              <a:rPr b="0" i="0" lang="en" sz="800" u="none" cap="none" strike="noStrike">
                <a:solidFill>
                  <a:srgbClr val="F9F0D9"/>
                </a:solidFill>
                <a:latin typeface="Inter Medium"/>
                <a:ea typeface="Inter Medium"/>
                <a:cs typeface="Inter Medium"/>
                <a:sym typeface="Inter Medium"/>
              </a:rPr>
              <a:t>ENTRY 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3038475" y="3881438"/>
            <a:ext cx="676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800"/>
              <a:buFont typeface="Inter Medium"/>
              <a:buNone/>
            </a:pPr>
            <a:r>
              <a:rPr b="0" i="0" lang="en" sz="800" u="none" cap="none" strike="noStrike">
                <a:solidFill>
                  <a:srgbClr val="F9F0D9"/>
                </a:solidFill>
                <a:latin typeface="Inter Medium"/>
                <a:ea typeface="Inter Medium"/>
                <a:cs typeface="Inter Medium"/>
                <a:sym typeface="Inter Medium"/>
              </a:rPr>
              <a:t>ENTRY 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3038475" y="4452938"/>
            <a:ext cx="676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800"/>
              <a:buFont typeface="Inter Medium"/>
              <a:buNone/>
            </a:pPr>
            <a:r>
              <a:rPr b="0" i="0" lang="en" sz="800" u="none" cap="none" strike="noStrike">
                <a:solidFill>
                  <a:srgbClr val="F9F0D9"/>
                </a:solidFill>
                <a:latin typeface="Inter Medium"/>
                <a:ea typeface="Inter Medium"/>
                <a:cs typeface="Inter Medium"/>
                <a:sym typeface="Inter Medium"/>
              </a:rPr>
              <a:t>ENTRY 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4610100" y="3309938"/>
            <a:ext cx="10764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800"/>
              <a:buFont typeface="Inter"/>
              <a:buNone/>
            </a:pPr>
            <a:r>
              <a:rPr b="0" i="0" lang="en" sz="800" u="none" cap="none" strike="noStrike">
                <a:solidFill>
                  <a:srgbClr val="F9F0D9"/>
                </a:solidFill>
                <a:latin typeface="Inter"/>
                <a:ea typeface="Inter"/>
                <a:cs typeface="Inter"/>
                <a:sym typeface="Inter"/>
              </a:rPr>
              <a:t>Data 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4610100" y="3895725"/>
            <a:ext cx="10764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800"/>
              <a:buFont typeface="Inter"/>
              <a:buNone/>
            </a:pPr>
            <a:r>
              <a:rPr b="0" i="0" lang="en" sz="800" u="none" cap="none" strike="noStrike">
                <a:solidFill>
                  <a:srgbClr val="F9F0D9"/>
                </a:solidFill>
                <a:latin typeface="Inter"/>
                <a:ea typeface="Inter"/>
                <a:cs typeface="Inter"/>
                <a:sym typeface="Inter"/>
              </a:rPr>
              <a:t>Data 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4610100" y="4481513"/>
            <a:ext cx="10764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800"/>
              <a:buFont typeface="Inter"/>
              <a:buNone/>
            </a:pPr>
            <a:r>
              <a:rPr b="0" i="0" lang="en" sz="800" u="none" cap="none" strike="noStrike">
                <a:solidFill>
                  <a:srgbClr val="F9F0D9"/>
                </a:solidFill>
                <a:latin typeface="Inter"/>
                <a:ea typeface="Inter"/>
                <a:cs typeface="Inter"/>
                <a:sym typeface="Inter"/>
              </a:rPr>
              <a:t>Data 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6091238" y="3309938"/>
            <a:ext cx="10764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800"/>
              <a:buFont typeface="Inter"/>
              <a:buNone/>
            </a:pPr>
            <a:r>
              <a:rPr b="0" i="0" lang="en" sz="800" u="none" cap="none" strike="noStrike">
                <a:solidFill>
                  <a:srgbClr val="F9F0D9"/>
                </a:solidFill>
                <a:latin typeface="Inter"/>
                <a:ea typeface="Inter"/>
                <a:cs typeface="Inter"/>
                <a:sym typeface="Inter"/>
              </a:rPr>
              <a:t>Data 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6091238" y="3895725"/>
            <a:ext cx="10764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800"/>
              <a:buFont typeface="Inter"/>
              <a:buNone/>
            </a:pPr>
            <a:r>
              <a:rPr b="0" i="0" lang="en" sz="800" u="none" cap="none" strike="noStrike">
                <a:solidFill>
                  <a:srgbClr val="F9F0D9"/>
                </a:solidFill>
                <a:latin typeface="Inter"/>
                <a:ea typeface="Inter"/>
                <a:cs typeface="Inter"/>
                <a:sym typeface="Inter"/>
              </a:rPr>
              <a:t>Data 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6091238" y="4481513"/>
            <a:ext cx="10764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800"/>
              <a:buFont typeface="Inter"/>
              <a:buNone/>
            </a:pPr>
            <a:r>
              <a:rPr b="0" i="0" lang="en" sz="800" u="none" cap="none" strike="noStrike">
                <a:solidFill>
                  <a:srgbClr val="F9F0D9"/>
                </a:solidFill>
                <a:latin typeface="Inter"/>
                <a:ea typeface="Inter"/>
                <a:cs typeface="Inter"/>
                <a:sym typeface="Inter"/>
              </a:rPr>
              <a:t>Data 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7596188" y="3309938"/>
            <a:ext cx="10764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800"/>
              <a:buFont typeface="Inter SemiBold"/>
              <a:buNone/>
            </a:pPr>
            <a:r>
              <a:rPr b="0" i="0" lang="en" sz="800" u="none" cap="none" strike="noStrike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7596188" y="3895725"/>
            <a:ext cx="10764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800"/>
              <a:buFont typeface="Inter SemiBold"/>
              <a:buNone/>
            </a:pPr>
            <a:r>
              <a:rPr b="0" i="0" lang="en" sz="800" u="none" cap="none" strike="noStrike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7596188" y="4481513"/>
            <a:ext cx="10764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800"/>
              <a:buFont typeface="Inter SemiBold"/>
              <a:buNone/>
            </a:pPr>
            <a:r>
              <a:rPr b="0" i="0" lang="en" sz="800" u="none" cap="none" strike="noStrike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4610100" y="2714625"/>
            <a:ext cx="8145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1100"/>
              <a:buFont typeface="Inter SemiBold"/>
              <a:buNone/>
            </a:pPr>
            <a:r>
              <a:rPr b="0" i="0" lang="en" sz="1100" u="none" cap="none" strike="noStrike">
                <a:solidFill>
                  <a:srgbClr val="F9F0D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Category 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6091253" y="2714625"/>
            <a:ext cx="10764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1100"/>
              <a:buFont typeface="Inter SemiBold"/>
              <a:buNone/>
            </a:pPr>
            <a:r>
              <a:rPr b="0" i="0" lang="en" sz="1100" u="none" cap="none" strike="noStrike">
                <a:solidFill>
                  <a:srgbClr val="F9F0D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Category 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7610475" y="2714625"/>
            <a:ext cx="8430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1100"/>
              <a:buFont typeface="Inter SemiBold"/>
              <a:buNone/>
            </a:pPr>
            <a:r>
              <a:rPr b="0" i="0" lang="en" sz="1100" u="none" cap="none" strike="noStrike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Category 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6053138" y="895350"/>
            <a:ext cx="280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06"/>
              </a:lnSpc>
              <a:spcBef>
                <a:spcPts val="0"/>
              </a:spcBef>
              <a:spcAft>
                <a:spcPts val="0"/>
              </a:spcAft>
              <a:buClr>
                <a:srgbClr val="B3A88C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B3A88C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 Nunc vulputate libero et velit interdum, ac aliquet odio mattis.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266700" y="804863"/>
            <a:ext cx="4272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496"/>
              </a:lnSpc>
              <a:spcBef>
                <a:spcPts val="0"/>
              </a:spcBef>
              <a:spcAft>
                <a:spcPts val="0"/>
              </a:spcAft>
              <a:buClr>
                <a:srgbClr val="F9F0D9"/>
              </a:buClr>
              <a:buSzPts val="3400"/>
              <a:buFont typeface="Inter SemiBold"/>
              <a:buNone/>
            </a:pPr>
            <a:r>
              <a:rPr b="0" i="0" lang="en" sz="3400" u="none" cap="none" strike="noStrike">
                <a:solidFill>
                  <a:srgbClr val="F9F0D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Here goes heading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19"/>
          <p:cNvCxnSpPr/>
          <p:nvPr/>
        </p:nvCxnSpPr>
        <p:spPr>
          <a:xfrm>
            <a:off x="2894600" y="3101897"/>
            <a:ext cx="4377600" cy="0"/>
          </a:xfrm>
          <a:prstGeom prst="straightConnector1">
            <a:avLst/>
          </a:prstGeom>
          <a:noFill/>
          <a:ln cap="flat" cmpd="sng" w="9525">
            <a:solidFill>
              <a:srgbClr val="B3A88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19"/>
          <p:cNvCxnSpPr/>
          <p:nvPr/>
        </p:nvCxnSpPr>
        <p:spPr>
          <a:xfrm>
            <a:off x="2894600" y="3677072"/>
            <a:ext cx="4377600" cy="0"/>
          </a:xfrm>
          <a:prstGeom prst="straightConnector1">
            <a:avLst/>
          </a:prstGeom>
          <a:noFill/>
          <a:ln cap="flat" cmpd="sng" w="9525">
            <a:solidFill>
              <a:srgbClr val="B3A88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19"/>
          <p:cNvCxnSpPr/>
          <p:nvPr/>
        </p:nvCxnSpPr>
        <p:spPr>
          <a:xfrm>
            <a:off x="2894600" y="4252222"/>
            <a:ext cx="4377600" cy="0"/>
          </a:xfrm>
          <a:prstGeom prst="straightConnector1">
            <a:avLst/>
          </a:prstGeom>
          <a:noFill/>
          <a:ln cap="flat" cmpd="sng" w="9525">
            <a:solidFill>
              <a:srgbClr val="B3A88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19"/>
          <p:cNvCxnSpPr/>
          <p:nvPr/>
        </p:nvCxnSpPr>
        <p:spPr>
          <a:xfrm>
            <a:off x="2894600" y="4815572"/>
            <a:ext cx="4377600" cy="0"/>
          </a:xfrm>
          <a:prstGeom prst="straightConnector1">
            <a:avLst/>
          </a:prstGeom>
          <a:noFill/>
          <a:ln cap="flat" cmpd="sng" w="9525">
            <a:solidFill>
              <a:srgbClr val="B3A88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19"/>
          <p:cNvCxnSpPr/>
          <p:nvPr/>
        </p:nvCxnSpPr>
        <p:spPr>
          <a:xfrm>
            <a:off x="4387968" y="2597225"/>
            <a:ext cx="0" cy="2223600"/>
          </a:xfrm>
          <a:prstGeom prst="straightConnector1">
            <a:avLst/>
          </a:prstGeom>
          <a:noFill/>
          <a:ln cap="flat" cmpd="sng" w="9525">
            <a:solidFill>
              <a:srgbClr val="B3A88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19"/>
          <p:cNvCxnSpPr/>
          <p:nvPr/>
        </p:nvCxnSpPr>
        <p:spPr>
          <a:xfrm>
            <a:off x="5891043" y="2597225"/>
            <a:ext cx="0" cy="2223600"/>
          </a:xfrm>
          <a:prstGeom prst="straightConnector1">
            <a:avLst/>
          </a:prstGeom>
          <a:noFill/>
          <a:ln cap="flat" cmpd="sng" w="9525">
            <a:solidFill>
              <a:srgbClr val="B3A88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19"/>
          <p:cNvCxnSpPr/>
          <p:nvPr/>
        </p:nvCxnSpPr>
        <p:spPr>
          <a:xfrm>
            <a:off x="7530500" y="3101900"/>
            <a:ext cx="1173300" cy="0"/>
          </a:xfrm>
          <a:prstGeom prst="straightConnector1">
            <a:avLst/>
          </a:prstGeom>
          <a:noFill/>
          <a:ln cap="flat" cmpd="sng" w="9525">
            <a:solidFill>
              <a:srgbClr val="B3A88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19"/>
          <p:cNvCxnSpPr/>
          <p:nvPr/>
        </p:nvCxnSpPr>
        <p:spPr>
          <a:xfrm>
            <a:off x="7530500" y="3677075"/>
            <a:ext cx="1173300" cy="0"/>
          </a:xfrm>
          <a:prstGeom prst="straightConnector1">
            <a:avLst/>
          </a:prstGeom>
          <a:noFill/>
          <a:ln cap="flat" cmpd="sng" w="9525">
            <a:solidFill>
              <a:srgbClr val="B3A88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19"/>
          <p:cNvCxnSpPr/>
          <p:nvPr/>
        </p:nvCxnSpPr>
        <p:spPr>
          <a:xfrm>
            <a:off x="7530500" y="4252225"/>
            <a:ext cx="1173300" cy="0"/>
          </a:xfrm>
          <a:prstGeom prst="straightConnector1">
            <a:avLst/>
          </a:prstGeom>
          <a:noFill/>
          <a:ln cap="flat" cmpd="sng" w="9525">
            <a:solidFill>
              <a:srgbClr val="B3A88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8B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2" name="Google Shape;252;p20"/>
          <p:cNvPicPr preferRelativeResize="0"/>
          <p:nvPr/>
        </p:nvPicPr>
        <p:blipFill rotWithShape="1">
          <a:blip r:embed="rId3">
            <a:alphaModFix/>
          </a:blip>
          <a:srcRect b="0" l="0" r="92957" t="0"/>
          <a:stretch/>
        </p:blipFill>
        <p:spPr>
          <a:xfrm>
            <a:off x="319098" y="4686300"/>
            <a:ext cx="21600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0"/>
          <p:cNvSpPr/>
          <p:nvPr/>
        </p:nvSpPr>
        <p:spPr>
          <a:xfrm>
            <a:off x="319088" y="4171950"/>
            <a:ext cx="50007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2700"/>
              <a:buFont typeface="Inter SemiBold"/>
              <a:buNone/>
            </a:pPr>
            <a:r>
              <a:rPr b="0" i="0" lang="en" sz="2700" u="none" cap="none" strike="noStrike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Thank you!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595313" y="4705350"/>
            <a:ext cx="2814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06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7D7D7D"/>
                </a:solidFill>
                <a:latin typeface="Inter"/>
                <a:ea typeface="Inter"/>
                <a:cs typeface="Inter"/>
                <a:sym typeface="Inter"/>
              </a:rPr>
              <a:t>name@openhands.</a:t>
            </a:r>
            <a:r>
              <a:rPr lang="en" sz="900">
                <a:solidFill>
                  <a:srgbClr val="7D7D7D"/>
                </a:solidFill>
                <a:latin typeface="Inter"/>
                <a:ea typeface="Inter"/>
                <a:cs typeface="Inter"/>
                <a:sym typeface="Inter"/>
              </a:rPr>
              <a:t>dev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266700" y="804863"/>
            <a:ext cx="352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2150D"/>
              </a:buClr>
              <a:buSzPts val="4500"/>
              <a:buFont typeface="Inter SemiBold"/>
              <a:buNone/>
            </a:pPr>
            <a:r>
              <a:rPr b="0" i="0" lang="en" sz="4500" u="none" cap="none" strike="noStrike">
                <a:solidFill>
                  <a:srgbClr val="22150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Here goes closing line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 txBox="1"/>
          <p:nvPr>
            <p:ph idx="12" type="sldNum"/>
          </p:nvPr>
        </p:nvSpPr>
        <p:spPr>
          <a:xfrm>
            <a:off x="8411034" y="4661663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